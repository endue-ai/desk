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is a test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short.</a:t>
            </a:r>
          </a:p>
          <a:p>
            <a:r>
              <a:t>Two lines of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Shapes keep their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Gradients, a freeform and a dotted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picture is cropped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table with a header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cream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in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fixture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</a:t>
            </a:r>
          </a:p>
          <a:p>
            <a:pPr lvl="1"/>
            <a:r>
              <a:t>Revenue grew</a:t>
            </a:r>
          </a:p>
          <a:p>
            <a:pPr lvl="1"/>
            <a:r>
              <a:t>Costs fell</a:t>
            </a:r>
          </a:p>
          <a:p>
            <a:pPr/>
            <a:r>
              <a:t>Plans</a:t>
            </a:r>
          </a:p>
          <a:p>
            <a:r>
              <a:rPr b="1"/>
              <a:t>Bold</a:t>
            </a:r>
            <a:r>
              <a:rPr/>
              <a:t> and </a:t>
            </a:r>
            <a:r>
              <a:rPr i="1"/>
              <a:t>italic</a:t>
            </a:r>
            <a:r>
              <a:rPr/>
              <a:t> and </a:t>
            </a:r>
            <a:r>
              <a:rPr>
                <a:solidFill>
                  <a:srgbClr val="C00000"/>
                </a:solidFill>
              </a:rPr>
              <a:t>red</a:t>
            </a:r>
            <a:r>
              <a:rPr/>
              <a:t> and </a:t>
            </a:r>
            <a:r>
              <a:rPr u="sng"/>
              <a:t>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200" y="1825625"/>
            <a:ext cx="2286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Inside</a:t>
            </a:r>
          </a:p>
        </p:txBody>
      </p:sp>
      <p:sp>
        <p:nvSpPr>
          <p:cNvPr id="4" name="Oval 3"/>
          <p:cNvSpPr/>
          <p:nvPr/>
        </p:nvSpPr>
        <p:spPr>
          <a:xfrm>
            <a:off x="3429000" y="1825625"/>
            <a:ext cx="1828800" cy="13716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5562600" y="1825625"/>
            <a:ext cx="1828800" cy="9144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Turned</a:t>
            </a:r>
          </a:p>
        </p:txBody>
      </p:sp>
      <p:sp>
        <p:nvSpPr>
          <p:cNvPr id="6" name="Right Arrow 5"/>
          <p:cNvSpPr/>
          <p:nvPr/>
        </p:nvSpPr>
        <p:spPr>
          <a:xfrm rot="5400000">
            <a:off x="7696200" y="1825625"/>
            <a:ext cx="1828800" cy="914400"/>
          </a:xfrm>
          <a:prstGeom prst="rightArrow">
            <a:avLst/>
          </a:prstGeom>
          <a:solidFill>
            <a:srgbClr val="8E44A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flipH="1">
            <a:off x="9906000" y="1825625"/>
            <a:ext cx="1371600" cy="1371600"/>
          </a:xfrm>
          <a:prstGeom prst="rtTriangle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200" y="3657600"/>
            <a:ext cx="3657600" cy="1371600"/>
          </a:xfrm>
          <a:prstGeom prst="rect">
            <a:avLst/>
          </a:prstGeom>
          <a:gradFill rotWithShape="1">
            <a:gsLst>
              <a:gs pos="0">
                <a:srgbClr val="1F4E79"/>
              </a:gs>
              <a:gs pos="100000">
                <a:srgbClr val="9DC3E6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Gradient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343400"/>
            <a:ext cx="2286000" cy="0"/>
          </a:xfrm>
          <a:prstGeom prst="line">
            <a:avLst/>
          </a:prstGeom>
          <a:ln w="38100">
            <a:solidFill>
              <a:srgbClr val="33333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8001000" y="3657600"/>
            <a:ext cx="2057400" cy="914400"/>
            <a:chOff x="8001000" y="3657600"/>
            <a:chExt cx="2057400" cy="914400"/>
          </a:xfrm>
        </p:grpSpPr>
        <p:sp>
          <p:nvSpPr>
            <p:cNvPr id="11" name="Diamond 10"/>
            <p:cNvSpPr/>
            <p:nvPr/>
          </p:nvSpPr>
          <p:spPr>
            <a:xfrm>
              <a:off x="8001000" y="3657600"/>
              <a:ext cx="914400" cy="914400"/>
            </a:xfrm>
            <a:prstGeom prst="diamond">
              <a:avLst/>
            </a:prstGeom>
            <a:solidFill>
              <a:srgbClr val="2980B9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9144000" y="3657600"/>
              <a:ext cx="914400" cy="914400"/>
            </a:xfrm>
            <a:prstGeom prst="hexagon">
              <a:avLst/>
            </a:prstGeom>
            <a:solidFill>
              <a:srgbClr val="16A08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828800"/>
            <a:ext cx="3200400" cy="18288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50000">
                <a:srgbClr val="F1C40F"/>
              </a:gs>
              <a:gs pos="100000">
                <a:srgbClr val="3498DB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95800" y="1828800"/>
            <a:ext cx="1828800" cy="18288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8E44AD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010400" y="1828800"/>
            <a:ext cx="2438400" cy="1828800"/>
          </a:xfrm>
          <a:custGeom>
            <a:avLst/>
            <a:gdLst/>
            <a:ahLst/>
            <a:cxnLst/>
            <a:rect l="l" t="t" r="r" b="b"/>
            <a:pathLst>
              <a:path w="2438400" h="1828800">
                <a:moveTo>
                  <a:pt x="0" y="1828800"/>
                </a:moveTo>
                <a:lnTo>
                  <a:pt x="1219200" y="0"/>
                </a:lnTo>
                <a:lnTo>
                  <a:pt x="2438400" y="1828800"/>
                </a:lnTo>
                <a:close/>
              </a:path>
            </a:pathLst>
          </a:custGeom>
          <a:solidFill>
            <a:srgbClr val="1ABC9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4114800"/>
            <a:ext cx="3200400" cy="1371600"/>
          </a:xfrm>
          <a:prstGeom prst="rect">
            <a:avLst/>
          </a:prstGeom>
          <a:noFill/>
          <a:ln w="50800">
            <a:solidFill>
              <a:srgbClr val="2C3E5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838200" y="1828800"/>
            <a:ext cx="4572000" cy="28575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8288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2C3E50"/>
                </a:solidFill>
                <a:latin typeface="Georgia"/>
              </a:rPr>
              <a:t>Centred in Georgia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