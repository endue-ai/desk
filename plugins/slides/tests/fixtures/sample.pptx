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is a test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short.</a:t>
            </a:r>
          </a:p>
          <a:p>
            <a:r>
              <a:t>Two lines of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Shapes keep their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picture is cropped on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table with a header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in the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Slides fixture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</a:t>
            </a:r>
          </a:p>
          <a:p>
            <a:pPr lvl="1"/>
            <a:r>
              <a:t>Revenue grew</a:t>
            </a:r>
          </a:p>
          <a:p>
            <a:pPr lvl="1"/>
            <a:r>
              <a:t>Costs fell</a:t>
            </a:r>
          </a:p>
          <a:p>
            <a:pPr/>
            <a:r>
              <a:t>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200" y="1825625"/>
            <a:ext cx="22860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Inside</a:t>
            </a:r>
          </a:p>
        </p:txBody>
      </p:sp>
      <p:sp>
        <p:nvSpPr>
          <p:cNvPr id="4" name="Oval 3"/>
          <p:cNvSpPr/>
          <p:nvPr/>
        </p:nvSpPr>
        <p:spPr>
          <a:xfrm>
            <a:off x="3429000" y="1825625"/>
            <a:ext cx="1828800" cy="1371600"/>
          </a:xfrm>
          <a:prstGeom prst="ellipse">
            <a:avLst/>
          </a:prstGeom>
          <a:solidFill>
            <a:srgbClr val="C039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5562600" y="2054225"/>
            <a:ext cx="18288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7696200" y="1825625"/>
            <a:ext cx="1371600" cy="13716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9372600" y="1825625"/>
            <a:ext cx="1371600" cy="13716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200" y="3657600"/>
            <a:ext cx="3657600" cy="137160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9DC3E6"/>
              </a:gs>
            </a:gsLst>
            <a:lin scaled="0"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Gradient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343400"/>
            <a:ext cx="2286000" cy="0"/>
          </a:xfrm>
          <a:prstGeom prst="line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8001000" y="3657600"/>
            <a:ext cx="2057400" cy="914400"/>
            <a:chOff x="8001000" y="3657600"/>
            <a:chExt cx="2057400" cy="914400"/>
          </a:xfrm>
        </p:grpSpPr>
        <p:sp>
          <p:nvSpPr>
            <p:cNvPr id="11" name="Diamond 10"/>
            <p:cNvSpPr/>
            <p:nvPr/>
          </p:nvSpPr>
          <p:spPr>
            <a:xfrm>
              <a:off x="8001000" y="3657600"/>
              <a:ext cx="914400" cy="9144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9144000" y="3657600"/>
              <a:ext cx="914400" cy="914400"/>
            </a:xfrm>
            <a:prstGeom prst="hexag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3048000" y="1828800"/>
            <a:ext cx="6096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00" y="182880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6096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Numbered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t>First</a:t>
            </a:r>
          </a:p>
          <a:p>
            <a:pPr marL="457200" indent="-457200">
              <a:buAutoNum type="arabicPeriod"/>
            </a:pPr>
            <a:r>
              <a:t>Second</a:t>
            </a:r>
          </a:p>
          <a:p>
            <a:pPr marL="457200" indent="-457200">
              <a:buAutoNum type="arabicPeriod"/>
            </a:pPr>
            <a:r>
              <a:t>Third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