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6961D4-693B-44DE-B300-123F7EF59AB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Welcome. This deck is a test fixture.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6EC518-5D09-42D2-9842-DEDAAB3CF3E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Keep it short.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Two lines of notes.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493D07-75B1-451D-9E5E-ED32A0E1AA4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Shapes keep their geometry.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C02067-61F7-4BED-8994-8576AE73903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picture is cropped on both sides.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18ADFC-72FF-4E78-92C3-F07EFD6485A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table with a header row.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61135D-6F9B-486E-B17B-576B5D05180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Hidden in the show.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75B0CA-C5B8-4918-A4CA-7D6738C2CE1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F09C5-509F-49B7-8F17-15ADC070B3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334DAC-F3AF-4DFE-9D1E-BC9BCF1F19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74EB21-39BA-43A5-BB19-2AD37B1171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D0A31C-E11F-4F79-A63E-F095541635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1CBC831-ECD9-4605-99AD-5424A1CCCB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A48FFC-26AF-4474-A58B-2A33269525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5C894C-29DE-4DBC-9E60-8F5FA41B802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ABC893-446E-4259-A563-B5E25C483A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Quarterly review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Slides fixture deck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Agenda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Results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Revenue grew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Costs fell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Plans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Shapes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Rounded Rectangle 2"/>
          <p:cNvSpPr/>
          <p:nvPr/>
        </p:nvSpPr>
        <p:spPr>
          <a:xfrm>
            <a:off x="838080" y="1825560"/>
            <a:ext cx="2285640" cy="13712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Inside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Oval 3"/>
          <p:cNvSpPr/>
          <p:nvPr/>
        </p:nvSpPr>
        <p:spPr>
          <a:xfrm>
            <a:off x="3429000" y="1825560"/>
            <a:ext cx="1828440" cy="1371240"/>
          </a:xfrm>
          <a:prstGeom prst="ellipse">
            <a:avLst/>
          </a:prstGeom>
          <a:solidFill>
            <a:srgbClr val="c0392b"/>
          </a:soli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" name="Right Arrow 4"/>
          <p:cNvSpPr/>
          <p:nvPr/>
        </p:nvSpPr>
        <p:spPr>
          <a:xfrm>
            <a:off x="5562720" y="2054160"/>
            <a:ext cx="1828440" cy="91404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" name="Isosceles Triangle 5"/>
          <p:cNvSpPr/>
          <p:nvPr/>
        </p:nvSpPr>
        <p:spPr>
          <a:xfrm>
            <a:off x="7696080" y="1825560"/>
            <a:ext cx="1371240" cy="137124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" name="Chevron 6"/>
          <p:cNvSpPr/>
          <p:nvPr/>
        </p:nvSpPr>
        <p:spPr>
          <a:xfrm>
            <a:off x="9372600" y="1825560"/>
            <a:ext cx="1371240" cy="1371240"/>
          </a:xfrm>
          <a:prstGeom prst="chevron">
            <a:avLst>
              <a:gd name="adj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" name="Rectangle 7"/>
          <p:cNvSpPr/>
          <p:nvPr/>
        </p:nvSpPr>
        <p:spPr>
          <a:xfrm>
            <a:off x="838080" y="3657600"/>
            <a:ext cx="3657240" cy="137124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9dc3e6"/>
              </a:gs>
            </a:gsLst>
            <a:lin ang="0"/>
          </a:gradFill>
          <a:ln w="9360">
            <a:solidFill>
              <a:srgbClr val="4a7ebb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Gradient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Connector 8"/>
          <p:cNvCxnSpPr/>
          <p:nvPr/>
        </p:nvCxnSpPr>
        <p:spPr>
          <a:xfrm>
            <a:off x="5029200" y="4343400"/>
            <a:ext cx="2286360" cy="360"/>
          </a:xfrm>
          <a:prstGeom prst="straightConnector1">
            <a:avLst/>
          </a:prstGeom>
          <a:ln w="38160">
            <a:solidFill>
              <a:srgbClr val="333333"/>
            </a:solidFill>
            <a:round/>
            <a:tailEnd len="med" type="triangle" w="med"/>
          </a:ln>
        </p:spPr>
      </p:cxnSp>
      <p:grpSp>
        <p:nvGrpSpPr>
          <p:cNvPr id="40" name="Group 9"/>
          <p:cNvGrpSpPr/>
          <p:nvPr/>
        </p:nvGrpSpPr>
        <p:grpSpPr>
          <a:xfrm>
            <a:off x="8001000" y="3657600"/>
            <a:ext cx="2057040" cy="914040"/>
            <a:chOff x="8001000" y="3657600"/>
            <a:chExt cx="2057040" cy="914040"/>
          </a:xfrm>
        </p:grpSpPr>
        <p:sp>
          <p:nvSpPr>
            <p:cNvPr id="41" name="Diamond 10"/>
            <p:cNvSpPr/>
            <p:nvPr/>
          </p:nvSpPr>
          <p:spPr>
            <a:xfrm>
              <a:off x="8001000" y="3657600"/>
              <a:ext cx="914040" cy="914040"/>
            </a:xfrm>
            <a:prstGeom prst="diamond">
              <a:avLst/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2" name="Hexagon 11"/>
            <p:cNvSpPr/>
            <p:nvPr/>
          </p:nvSpPr>
          <p:spPr>
            <a:xfrm>
              <a:off x="9144000" y="3657600"/>
              <a:ext cx="914040" cy="91404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0">
              <a:gsLst>
                <a:gs pos="0">
                  <a:srgbClr val="3e7fcc"/>
                </a:gs>
                <a:gs pos="100000">
                  <a:srgbClr val="a4c1ff"/>
                </a:gs>
              </a:gsLst>
              <a:lin ang="16200000"/>
            </a:gradFill>
            <a:ln w="9360">
              <a:solidFill>
                <a:srgbClr val="4a7ebb"/>
              </a:solidFill>
              <a:round/>
            </a:ln>
            <a:effectLst>
              <a:outerShdw dist="23040" dir="5400000" blurRad="399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picture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" name="Picture 2" descr="image.png"/>
          <p:cNvPicPr/>
          <p:nvPr/>
        </p:nvPicPr>
        <p:blipFill>
          <a:blip r:embed="rId1"/>
          <a:srcRect l="9993" t="0" r="9993" b="0"/>
          <a:stretch/>
        </p:blipFill>
        <p:spPr>
          <a:xfrm>
            <a:off x="3048120" y="1828800"/>
            <a:ext cx="6095520" cy="380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table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46" name="Table 2"/>
          <p:cNvGraphicFramePr/>
          <p:nvPr/>
        </p:nvGraphicFramePr>
        <p:xfrm>
          <a:off x="1523880" y="1828800"/>
          <a:ext cx="9142920" cy="1828080"/>
        </p:xfrm>
        <a:graphic>
          <a:graphicData uri="http://schemas.openxmlformats.org/drawingml/2006/table">
            <a:tbl>
              <a:tblPr/>
              <a:tblGrid>
                <a:gridCol w="3047760"/>
                <a:gridCol w="3047760"/>
                <a:gridCol w="304776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Region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Q1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Q2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North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South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Numbered steps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First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Backup slide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LibreOffice/25.2.3.2$Linux_AARCH64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